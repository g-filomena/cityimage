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A60317-CB8D-42F7-8B99-45AB39B7925A}" v="1" dt="2024-11-13T17:12:23.1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omena, Gabriele" userId="237b0d7d-6741-478d-b529-08e8564676a7" providerId="ADAL" clId="{CDA60317-CB8D-42F7-8B99-45AB39B7925A}"/>
    <pc:docChg chg="undo custSel modSld">
      <pc:chgData name="Filomena, Gabriele" userId="237b0d7d-6741-478d-b529-08e8564676a7" providerId="ADAL" clId="{CDA60317-CB8D-42F7-8B99-45AB39B7925A}" dt="2024-11-13T17:12:23.180" v="14" actId="164"/>
      <pc:docMkLst>
        <pc:docMk/>
      </pc:docMkLst>
      <pc:sldChg chg="addSp modSp mod">
        <pc:chgData name="Filomena, Gabriele" userId="237b0d7d-6741-478d-b529-08e8564676a7" providerId="ADAL" clId="{CDA60317-CB8D-42F7-8B99-45AB39B7925A}" dt="2024-11-13T17:12:23.180" v="14" actId="164"/>
        <pc:sldMkLst>
          <pc:docMk/>
          <pc:sldMk cId="143641174" sldId="256"/>
        </pc:sldMkLst>
        <pc:spChg chg="mod">
          <ac:chgData name="Filomena, Gabriele" userId="237b0d7d-6741-478d-b529-08e8564676a7" providerId="ADAL" clId="{CDA60317-CB8D-42F7-8B99-45AB39B7925A}" dt="2024-11-13T17:12:23.180" v="14" actId="164"/>
          <ac:spMkLst>
            <pc:docMk/>
            <pc:sldMk cId="143641174" sldId="256"/>
            <ac:spMk id="6" creationId="{6BA46D59-135A-8F2A-DDF0-524DD895D865}"/>
          </ac:spMkLst>
        </pc:spChg>
        <pc:grpChg chg="add mod">
          <ac:chgData name="Filomena, Gabriele" userId="237b0d7d-6741-478d-b529-08e8564676a7" providerId="ADAL" clId="{CDA60317-CB8D-42F7-8B99-45AB39B7925A}" dt="2024-11-13T17:12:23.180" v="14" actId="164"/>
          <ac:grpSpMkLst>
            <pc:docMk/>
            <pc:sldMk cId="143641174" sldId="256"/>
            <ac:grpSpMk id="2" creationId="{D20F20C3-787F-4DA1-33B0-CBD78B0ED38A}"/>
          </ac:grpSpMkLst>
        </pc:grpChg>
        <pc:picChg chg="mod">
          <ac:chgData name="Filomena, Gabriele" userId="237b0d7d-6741-478d-b529-08e8564676a7" providerId="ADAL" clId="{CDA60317-CB8D-42F7-8B99-45AB39B7925A}" dt="2024-11-13T17:12:23.180" v="14" actId="164"/>
          <ac:picMkLst>
            <pc:docMk/>
            <pc:sldMk cId="143641174" sldId="256"/>
            <ac:picMk id="5" creationId="{FDE4E622-9DC1-C29F-93C3-E888D26F377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FBF52-176E-0CF8-A5AC-A4E438E0A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308A4-0786-5A0B-3D9B-7DC0EAF85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B6C9C-0275-315E-F33C-68A65BCDF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B3E0-B067-4193-BAF5-0EDAD4764A70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FCE56-172B-EF35-4C85-30444AD6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3CC9C-8B7D-4A26-C688-E6D8F376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030E-DEF8-4203-89DB-584DFBA27A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22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BAAA-257A-98C3-0449-646DA416F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CAB83-DB8D-ABF2-6DFF-FAD507643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8C301-6403-39A1-E215-C22ACC92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B3E0-B067-4193-BAF5-0EDAD4764A70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54316-9C85-74E5-8115-5BBE3D699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6E050-AF0F-F983-47E5-E9C910500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030E-DEF8-4203-89DB-584DFBA27A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44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5A68-E7D7-3250-CD5B-9712AEB03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C8E53-F199-CDEF-1C94-4C2F37A49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ADA7D-4B90-15F3-737E-C88564440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B3E0-B067-4193-BAF5-0EDAD4764A70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B3483-8D13-C680-2393-CF43FA62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E3482-632B-B55A-2ABD-4BF87581F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030E-DEF8-4203-89DB-584DFBA27A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04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8D4DC-3F37-2DB2-2985-D84D9DFB9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7198D-EC1B-02F1-5DFF-C363E793C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850B6-F260-2A09-C1D5-9103B755F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AE4BC-56E6-4393-C640-FB299F4D2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B3E0-B067-4193-BAF5-0EDAD4764A70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218DC-9452-607A-FB02-CFE346C3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1766-E83A-59D1-0A33-2C33AC4F2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030E-DEF8-4203-89DB-584DFBA27A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377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FFCD-EBBA-154A-F56E-DAD0E1FE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59576-8E25-0C56-8276-DB69C088C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6BA1A-2DC6-8931-03A9-1C0A64475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D3766D-A1FD-A9F8-A008-601CD61C3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E93CF2-A27E-73CA-0FCF-41CCAC039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F2236F-7A64-BC7A-8C33-09E445B50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B3E0-B067-4193-BAF5-0EDAD4764A70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657B32-B0FF-FF1A-6CBE-6BC51EBEA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B7761-ACB6-F19E-C54C-34BB4478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030E-DEF8-4203-89DB-584DFBA27A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49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9E08-062A-7287-57C7-FFFF659AB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FEC264-ECB7-38F7-732A-F594D7632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B3E0-B067-4193-BAF5-0EDAD4764A70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47452-A904-9734-20C2-D378BCC3B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44B19-9C24-989F-7020-525993768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030E-DEF8-4203-89DB-584DFBA27A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970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8E3C91-C4DE-E5FD-B548-D5A7FE4EA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B3E0-B067-4193-BAF5-0EDAD4764A70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0BCC26-5DE0-B38B-310A-FA7ED117C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21509-6D24-55B6-9995-A3EDCCB6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030E-DEF8-4203-89DB-584DFBA27A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430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FDE6-86B9-DAEF-0FFA-698E5D9C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8E12E-CC4A-EA41-9C5D-D3AB0A793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626B5-3369-F1EC-2D6E-697ABDBA0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BC238-B8B2-6D0A-D8EF-09652BB5E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B3E0-B067-4193-BAF5-0EDAD4764A70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7AC78-B61E-DFA0-3ADA-F3D05F24E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74B31-2FD9-0372-2FBB-8CF639759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030E-DEF8-4203-89DB-584DFBA27A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419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ADF50-489F-2D0B-D006-F5ED8D806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7E67E8-CAE8-A7AC-5D34-A838EC62A9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664A5-708C-ADB9-5B2C-093413D0F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AFEC01-80CC-2AF9-7872-A8F374C25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B3E0-B067-4193-BAF5-0EDAD4764A70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8C8C0-0C30-3CC4-5DEE-0541ABCC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80B7E-EEFD-5AFC-0FCE-C48492AEE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030E-DEF8-4203-89DB-584DFBA27A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597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C7A2E-7254-1726-28AE-2653DE85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5F678-9579-C404-C58C-4BD0865F1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3DFF4-E642-86D9-7740-19529666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B3E0-B067-4193-BAF5-0EDAD4764A70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5B747-EE88-8EF6-239D-A38528C40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C9D62-D9AD-3C8A-1E34-8E215EDEF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030E-DEF8-4203-89DB-584DFBA27A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256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C77845-BCFA-1B06-0765-1DDF3CEAF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844EB-5A5A-1D30-BD50-B69D7A03E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DC107-B00C-2DBD-4FBD-F300936EE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B3E0-B067-4193-BAF5-0EDAD4764A70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4DC83-36EC-D451-CDCD-8598FF2BE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F6386-1509-0F38-973C-68108E0D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030E-DEF8-4203-89DB-584DFBA27A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275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6B572A-A590-9B90-B7EA-D8808D1A2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5A192-7AAE-846B-5E62-AFD70C116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CD86D-1AC0-3A55-F927-CB1630306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FB3E0-B067-4193-BAF5-0EDAD4764A70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A217-25CF-689D-4CEB-03A59AF4DE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B5151-0159-B12C-3A84-2CC57FCAC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3030E-DEF8-4203-89DB-584DFBA27A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415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20F20C3-787F-4DA1-33B0-CBD78B0ED38A}"/>
              </a:ext>
            </a:extLst>
          </p:cNvPr>
          <p:cNvGrpSpPr/>
          <p:nvPr/>
        </p:nvGrpSpPr>
        <p:grpSpPr>
          <a:xfrm>
            <a:off x="3651233" y="680536"/>
            <a:ext cx="5092733" cy="5017227"/>
            <a:chOff x="3651233" y="680536"/>
            <a:chExt cx="5092733" cy="5017227"/>
          </a:xfrm>
        </p:grpSpPr>
        <p:pic>
          <p:nvPicPr>
            <p:cNvPr id="5" name="Picture 4" descr="A drawing of a city&#10;&#10;Description automatically generated">
              <a:extLst>
                <a:ext uri="{FF2B5EF4-FFF2-40B4-BE49-F238E27FC236}">
                  <a16:creationId xmlns:a16="http://schemas.microsoft.com/office/drawing/2014/main" id="{FDE4E622-9DC1-C29F-93C3-E888D26F3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1233" y="680536"/>
              <a:ext cx="5092733" cy="500841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BA46D59-135A-8F2A-DDF0-524DD895D865}"/>
                </a:ext>
              </a:extLst>
            </p:cNvPr>
            <p:cNvSpPr txBox="1"/>
            <p:nvPr/>
          </p:nvSpPr>
          <p:spPr>
            <a:xfrm>
              <a:off x="4048288" y="4712878"/>
              <a:ext cx="4298622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iro Script reduced" panose="03050506020000090003" pitchFamily="66" charset="0"/>
                  <a:ea typeface="ADLaM Display" panose="020F0502020204030204" pitchFamily="2" charset="0"/>
                  <a:cs typeface="Dreaming Outloud Script Pro" panose="020F0502020204030204" pitchFamily="66" charset="0"/>
                </a:rPr>
                <a:t>cityImage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641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Biro Script reduced</vt:lpstr>
      <vt:lpstr>Office Theme</vt:lpstr>
      <vt:lpstr>PowerPoint Presentation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Filomena, Gabriele</dc:creator>
  <cp:lastModifiedBy>Filomena, Gabriele</cp:lastModifiedBy>
  <cp:revision>1</cp:revision>
  <dcterms:created xsi:type="dcterms:W3CDTF">2024-11-13T15:57:43Z</dcterms:created>
  <dcterms:modified xsi:type="dcterms:W3CDTF">2024-11-13T17:12:33Z</dcterms:modified>
</cp:coreProperties>
</file>